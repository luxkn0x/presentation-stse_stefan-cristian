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59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efan Cristian" initials="SC" lastIdx="1" clrIdx="0">
    <p:extLst>
      <p:ext uri="{19B8F6BF-5375-455C-9EA6-DF929625EA0E}">
        <p15:presenceInfo xmlns:p15="http://schemas.microsoft.com/office/powerpoint/2012/main" userId="bd023d1dae1cc30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  <a:srgbClr val="33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26" autoAdjust="0"/>
    <p:restoredTop sz="94046" autoAdjust="0"/>
  </p:normalViewPr>
  <p:slideViewPr>
    <p:cSldViewPr snapToGrid="0">
      <p:cViewPr varScale="1">
        <p:scale>
          <a:sx n="80" d="100"/>
          <a:sy n="80" d="100"/>
        </p:scale>
        <p:origin x="50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D6508D-6A74-458B-A1CF-A6B59E5B5B8A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E3081B-2031-4CFE-8726-C47BC4B8E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45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EB5B5-1E0C-45B7-94BC-508E2F8E494E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515EFB0F-06E3-4C79-B261-9CECF4780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147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EB5B5-1E0C-45B7-94BC-508E2F8E494E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EFB0F-06E3-4C79-B261-9CECF4780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128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14DEB5B5-1E0C-45B7-94BC-508E2F8E494E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515EFB0F-06E3-4C79-B261-9CECF4780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788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EB5B5-1E0C-45B7-94BC-508E2F8E494E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EFB0F-06E3-4C79-B261-9CECF4780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81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EB5B5-1E0C-45B7-94BC-508E2F8E494E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EFB0F-06E3-4C79-B261-9CECF4780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2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EB5B5-1E0C-45B7-94BC-508E2F8E494E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EFB0F-06E3-4C79-B261-9CECF4780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988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EB5B5-1E0C-45B7-94BC-508E2F8E494E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EFB0F-06E3-4C79-B261-9CECF4780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064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EB5B5-1E0C-45B7-94BC-508E2F8E494E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EFB0F-06E3-4C79-B261-9CECF4780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016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EB5B5-1E0C-45B7-94BC-508E2F8E494E}" type="datetimeFigureOut">
              <a:rPr lang="en-US" smtClean="0"/>
              <a:t>12/14/2025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EFB0F-06E3-4C79-B261-9CECF4780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892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EB5B5-1E0C-45B7-94BC-508E2F8E494E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EFB0F-06E3-4C79-B261-9CECF4780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404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EB5B5-1E0C-45B7-94BC-508E2F8E494E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EFB0F-06E3-4C79-B261-9CECF4780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466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14DEB5B5-1E0C-45B7-94BC-508E2F8E494E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515EFB0F-06E3-4C79-B261-9CECF4780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298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F4EC3-AE6D-26FC-2AA5-DC438C4D4C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0897" y="3358094"/>
            <a:ext cx="9049787" cy="876822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Creating Real-Time Dashboards with Kibana</a:t>
            </a:r>
            <a:endParaRPr 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F48AE2-E5C4-8CA0-565C-1647474CD4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5300" y="4607832"/>
            <a:ext cx="3581400" cy="785609"/>
          </a:xfrm>
        </p:spPr>
        <p:txBody>
          <a:bodyPr>
            <a:normAutofit fontScale="85000" lnSpcReduction="20000"/>
          </a:bodyPr>
          <a:lstStyle/>
          <a:p>
            <a:r>
              <a:rPr lang="en-US" sz="31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Ștefan Cristian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 1272E</a:t>
            </a:r>
          </a:p>
          <a:p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6A9E8C-FD4F-4882-D9E3-13B9904C2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797" y="198524"/>
            <a:ext cx="1092200" cy="1092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2057F4-6377-26F7-39C6-B003AACE8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4050" y="304800"/>
            <a:ext cx="1576611" cy="98592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316673E-E46F-5E94-708E-71C88F54B9B4}"/>
              </a:ext>
            </a:extLst>
          </p:cNvPr>
          <p:cNvSpPr txBox="1"/>
          <p:nvPr/>
        </p:nvSpPr>
        <p:spPr>
          <a:xfrm>
            <a:off x="2143959" y="2750543"/>
            <a:ext cx="85771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Special Topics in 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2426084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857F7-0715-D37D-CB90-29C2D811F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What Are Real-Time Dashboards?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46375-67D3-D163-3DCE-76DB847A5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9520825" cy="2777690"/>
          </a:xfrm>
        </p:spPr>
        <p:txBody>
          <a:bodyPr/>
          <a:lstStyle/>
          <a:p>
            <a:r>
              <a:rPr lang="en-US" dirty="0"/>
              <a:t>Dashboards that automatically update when new data arrives</a:t>
            </a:r>
          </a:p>
          <a:p>
            <a:r>
              <a:rPr lang="en-US" dirty="0"/>
              <a:t>Used to monitor systems, websites, sensors, security events, etc.</a:t>
            </a:r>
          </a:p>
          <a:p>
            <a:r>
              <a:rPr lang="en-US" dirty="0"/>
              <a:t>Powered by streaming data from logs, APIs, or event pipelines</a:t>
            </a:r>
          </a:p>
        </p:txBody>
      </p:sp>
    </p:spTree>
    <p:extLst>
      <p:ext uri="{BB962C8B-B14F-4D97-AF65-F5344CB8AC3E}">
        <p14:creationId xmlns:p14="http://schemas.microsoft.com/office/powerpoint/2010/main" val="1770336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DBC5D-1BBD-D41E-89DE-E3E279325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Why Real-Time Dashboards Matter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7EFA8-137D-EB3F-0DA7-7FCD7E8A0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Detect problems quickly (errors, attacks, spikes)</a:t>
            </a:r>
          </a:p>
          <a:p>
            <a:r>
              <a:rPr lang="en-US" dirty="0"/>
              <a:t>Improve decision-making</a:t>
            </a:r>
          </a:p>
          <a:p>
            <a:r>
              <a:rPr lang="en-US" dirty="0"/>
              <a:t>Understand user behavior in real time</a:t>
            </a:r>
          </a:p>
          <a:p>
            <a:r>
              <a:rPr lang="en-US" dirty="0"/>
              <a:t>Critical in industries like e-commerce, healthcare, security</a:t>
            </a:r>
          </a:p>
          <a:p>
            <a:r>
              <a:rPr lang="en-US" dirty="0"/>
              <a:t>Eg:</a:t>
            </a:r>
          </a:p>
          <a:p>
            <a:pPr lvl="1"/>
            <a:r>
              <a:rPr lang="en-US" dirty="0"/>
              <a:t>Netflix uses real-time dashboards for video streaming performance (source: Netflix Tech Blog).</a:t>
            </a:r>
          </a:p>
          <a:p>
            <a:pPr lvl="1"/>
            <a:r>
              <a:rPr lang="en-US" dirty="0"/>
              <a:t>Hospitals use real-time dashboards to monitor ICU vitals.</a:t>
            </a:r>
          </a:p>
        </p:txBody>
      </p:sp>
    </p:spTree>
    <p:extLst>
      <p:ext uri="{BB962C8B-B14F-4D97-AF65-F5344CB8AC3E}">
        <p14:creationId xmlns:p14="http://schemas.microsoft.com/office/powerpoint/2010/main" val="4088330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A1F1B-1C29-153A-2C76-011971BFD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What Is Elasticsearch?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8DB04-DB64-7F26-5571-03B168E64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distributed, NoSQL search and analytics engine</a:t>
            </a:r>
          </a:p>
          <a:p>
            <a:r>
              <a:rPr lang="en-US" dirty="0"/>
              <a:t>Optimized for high-volume logs and time-series data</a:t>
            </a:r>
          </a:p>
          <a:p>
            <a:r>
              <a:rPr lang="en-US" dirty="0"/>
              <a:t>Part of the Elastic Stack (ELK Stack): Elasticsearch → Logstash → Kibana</a:t>
            </a:r>
          </a:p>
        </p:txBody>
      </p:sp>
    </p:spTree>
    <p:extLst>
      <p:ext uri="{BB962C8B-B14F-4D97-AF65-F5344CB8AC3E}">
        <p14:creationId xmlns:p14="http://schemas.microsoft.com/office/powerpoint/2010/main" val="2525083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13FA-E697-8AB6-479A-84FA0DCFD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What Is Kibana?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1C682-90F7-3E55-EA1B-11649B34E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6836"/>
            <a:ext cx="10515600" cy="4351338"/>
          </a:xfrm>
        </p:spPr>
        <p:txBody>
          <a:bodyPr/>
          <a:lstStyle/>
          <a:p>
            <a:r>
              <a:rPr lang="en-US" dirty="0"/>
              <a:t>A visualization and dashboard tool</a:t>
            </a:r>
          </a:p>
          <a:p>
            <a:r>
              <a:rPr lang="en-US" dirty="0"/>
              <a:t>Works on top of Elasticsearch</a:t>
            </a:r>
          </a:p>
          <a:p>
            <a:r>
              <a:rPr lang="en-US" dirty="0"/>
              <a:t>Used for: </a:t>
            </a:r>
          </a:p>
          <a:p>
            <a:pPr lvl="1"/>
            <a:r>
              <a:rPr lang="en-US" dirty="0"/>
              <a:t>Log analysis</a:t>
            </a:r>
          </a:p>
          <a:p>
            <a:pPr lvl="1"/>
            <a:r>
              <a:rPr lang="en-US" dirty="0"/>
              <a:t>Security monitoring</a:t>
            </a:r>
          </a:p>
          <a:p>
            <a:pPr lvl="1"/>
            <a:r>
              <a:rPr lang="en-US" dirty="0"/>
              <a:t>Business dashboards</a:t>
            </a:r>
          </a:p>
          <a:p>
            <a:pPr lvl="1"/>
            <a:r>
              <a:rPr lang="en-US" dirty="0"/>
              <a:t>Website analytics</a:t>
            </a:r>
          </a:p>
        </p:txBody>
      </p:sp>
    </p:spTree>
    <p:extLst>
      <p:ext uri="{BB962C8B-B14F-4D97-AF65-F5344CB8AC3E}">
        <p14:creationId xmlns:p14="http://schemas.microsoft.com/office/powerpoint/2010/main" val="2992616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1A5B2-5473-F8F7-BA9F-5A197B58B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Real-World Uses of Kibana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1EA0-0F58-5A3B-BB0C-5A41780ED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Airbnb:</a:t>
            </a:r>
            <a:r>
              <a:rPr lang="en-US" dirty="0"/>
              <a:t> monitoring service health</a:t>
            </a:r>
          </a:p>
          <a:p>
            <a:r>
              <a:rPr lang="en-US" b="1" dirty="0"/>
              <a:t>Uber:</a:t>
            </a:r>
            <a:r>
              <a:rPr lang="en-US" dirty="0"/>
              <a:t> rides data and surge pricing monitoring</a:t>
            </a:r>
          </a:p>
          <a:p>
            <a:r>
              <a:rPr lang="en-US" b="1" dirty="0"/>
              <a:t>Banking: </a:t>
            </a:r>
            <a:r>
              <a:rPr lang="en-US" dirty="0"/>
              <a:t>fraud detection and alert dashboards</a:t>
            </a:r>
          </a:p>
          <a:p>
            <a:r>
              <a:rPr lang="en-US" b="1" dirty="0"/>
              <a:t>Healthcare: </a:t>
            </a:r>
            <a:r>
              <a:rPr lang="en-US" dirty="0"/>
              <a:t>real-time patient data dashboards</a:t>
            </a:r>
          </a:p>
          <a:p>
            <a:r>
              <a:rPr lang="en-US" b="1" dirty="0"/>
              <a:t>E-commerce: </a:t>
            </a:r>
            <a:r>
              <a:rPr lang="en-US" dirty="0"/>
              <a:t>website visitors, sales, and errors</a:t>
            </a:r>
          </a:p>
        </p:txBody>
      </p:sp>
    </p:spTree>
    <p:extLst>
      <p:ext uri="{BB962C8B-B14F-4D97-AF65-F5344CB8AC3E}">
        <p14:creationId xmlns:p14="http://schemas.microsoft.com/office/powerpoint/2010/main" val="1950135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A92A7-23C5-C7CD-ADF5-C964D6BAF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Architecture of a Real-Time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325268-69B7-B383-9A9D-9508339D16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6776" y="1762995"/>
            <a:ext cx="2960145" cy="42851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509294-9ED8-546A-E8CE-FBDFADA2099C}"/>
              </a:ext>
            </a:extLst>
          </p:cNvPr>
          <p:cNvSpPr txBox="1"/>
          <p:nvPr/>
        </p:nvSpPr>
        <p:spPr>
          <a:xfrm>
            <a:off x="5736921" y="4665325"/>
            <a:ext cx="56883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Eg: Website visits → sent to Elasticsearch → Kibana updates dashboard every second</a:t>
            </a:r>
          </a:p>
        </p:txBody>
      </p:sp>
    </p:spTree>
    <p:extLst>
      <p:ext uri="{BB962C8B-B14F-4D97-AF65-F5344CB8AC3E}">
        <p14:creationId xmlns:p14="http://schemas.microsoft.com/office/powerpoint/2010/main" val="4008453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6D17F-948A-4863-1F8A-6505021C5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How Kibana Dashboards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0FA25-5B2E-F599-4A91-9A7691BC2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Connect to an Elasticsearch index</a:t>
            </a:r>
          </a:p>
          <a:p>
            <a:r>
              <a:rPr lang="en-US" dirty="0"/>
              <a:t>Visualize data using:</a:t>
            </a:r>
          </a:p>
          <a:p>
            <a:pPr lvl="1"/>
            <a:r>
              <a:rPr lang="en-US" dirty="0"/>
              <a:t>Line charts</a:t>
            </a:r>
          </a:p>
          <a:p>
            <a:pPr lvl="1"/>
            <a:r>
              <a:rPr lang="en-US" dirty="0"/>
              <a:t>Bar charts</a:t>
            </a:r>
          </a:p>
          <a:p>
            <a:pPr lvl="1"/>
            <a:r>
              <a:rPr lang="en-US" dirty="0"/>
              <a:t>Maps</a:t>
            </a:r>
          </a:p>
          <a:p>
            <a:pPr lvl="1"/>
            <a:r>
              <a:rPr lang="en-US" dirty="0"/>
              <a:t>Pie charts</a:t>
            </a:r>
          </a:p>
          <a:p>
            <a:pPr lvl="1"/>
            <a:r>
              <a:rPr lang="en-US" dirty="0"/>
              <a:t>Tables</a:t>
            </a:r>
          </a:p>
          <a:p>
            <a:r>
              <a:rPr lang="en-US" dirty="0"/>
              <a:t>Combine multiple visualizations into </a:t>
            </a:r>
            <a:r>
              <a:rPr lang="en-US"/>
              <a:t>one dashboard</a:t>
            </a:r>
          </a:p>
          <a:p>
            <a:r>
              <a:rPr lang="en-US"/>
              <a:t>Enable </a:t>
            </a:r>
            <a:r>
              <a:rPr lang="en-US" dirty="0"/>
              <a:t>auto-refresh (e.g., every 5 seconds)</a:t>
            </a:r>
          </a:p>
        </p:txBody>
      </p:sp>
    </p:spTree>
    <p:extLst>
      <p:ext uri="{BB962C8B-B14F-4D97-AF65-F5344CB8AC3E}">
        <p14:creationId xmlns:p14="http://schemas.microsoft.com/office/powerpoint/2010/main" val="2800256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EEA50-AF41-B796-9C53-BF6646AE8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Demonstration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1F36D-CC4F-F999-5A0E-4B4FCF25C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Goal: </a:t>
            </a:r>
            <a:r>
              <a:rPr lang="en-US" dirty="0"/>
              <a:t>Show how a Kibana dashboard is created and updated in real time.</a:t>
            </a:r>
          </a:p>
          <a:p>
            <a:r>
              <a:rPr lang="en-US" b="1" dirty="0"/>
              <a:t>We will demonstrate: </a:t>
            </a:r>
          </a:p>
          <a:p>
            <a:pPr lvl="1"/>
            <a:r>
              <a:rPr lang="en-US" dirty="0"/>
              <a:t>Where to get data</a:t>
            </a:r>
          </a:p>
          <a:p>
            <a:pPr lvl="1"/>
            <a:r>
              <a:rPr lang="en-US" dirty="0"/>
              <a:t>How to load data into Kibana</a:t>
            </a:r>
          </a:p>
          <a:p>
            <a:pPr lvl="1"/>
            <a:r>
              <a:rPr lang="en-US" dirty="0"/>
              <a:t>How to create visualizations</a:t>
            </a:r>
          </a:p>
          <a:p>
            <a:pPr lvl="1"/>
            <a:r>
              <a:rPr lang="en-US" dirty="0"/>
              <a:t>How to build a real-time dashboard</a:t>
            </a:r>
          </a:p>
          <a:p>
            <a:pPr lvl="1"/>
            <a:r>
              <a:rPr lang="en-US" dirty="0"/>
              <a:t>How to turn on auto-refresh</a:t>
            </a:r>
          </a:p>
        </p:txBody>
      </p:sp>
    </p:spTree>
    <p:extLst>
      <p:ext uri="{BB962C8B-B14F-4D97-AF65-F5344CB8AC3E}">
        <p14:creationId xmlns:p14="http://schemas.microsoft.com/office/powerpoint/2010/main" val="381670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6F467-DA6A-06B4-8510-D6EF1E2A2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766218"/>
            <a:ext cx="10515600" cy="1325563"/>
          </a:xfrm>
        </p:spPr>
        <p:txBody>
          <a:bodyPr/>
          <a:lstStyle/>
          <a:p>
            <a:r>
              <a:rPr lang="en-US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258916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1433</TotalTime>
  <Words>313</Words>
  <Application>Microsoft Office PowerPoint</Application>
  <PresentationFormat>Widescreen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Rockwell</vt:lpstr>
      <vt:lpstr>Rockwell Condensed</vt:lpstr>
      <vt:lpstr>Wingdings</vt:lpstr>
      <vt:lpstr>Wood Type</vt:lpstr>
      <vt:lpstr>Creating Real-Time Dashboards with Kibana</vt:lpstr>
      <vt:lpstr>What Are Real-Time Dashboards?</vt:lpstr>
      <vt:lpstr>Why Real-Time Dashboards Matter</vt:lpstr>
      <vt:lpstr>What Is Elasticsearch?</vt:lpstr>
      <vt:lpstr>What Is Kibana?</vt:lpstr>
      <vt:lpstr>Real-World Uses of Kibana</vt:lpstr>
      <vt:lpstr>Architecture of a Real-Time Dashboard</vt:lpstr>
      <vt:lpstr>How Kibana Dashboards Work</vt:lpstr>
      <vt:lpstr>Demonstration Scenario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 Cristian</dc:creator>
  <cp:lastModifiedBy>Cristian STEFAN (153719)</cp:lastModifiedBy>
  <cp:revision>6</cp:revision>
  <dcterms:created xsi:type="dcterms:W3CDTF">2025-10-19T16:02:48Z</dcterms:created>
  <dcterms:modified xsi:type="dcterms:W3CDTF">2025-12-15T15:15:33Z</dcterms:modified>
</cp:coreProperties>
</file>